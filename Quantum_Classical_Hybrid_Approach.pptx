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Quantum-Classical Hybrid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7D2FE"/>
                </a:solidFill>
              </a:defRPr>
            </a:pPr>
            <a:r>
              <a:t>Where Quantum Computing Actually Helps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Key Topics: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Hybrid Architecture Design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Weight Optimization (QAOA)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Rare Event Simulation (QAE)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Fraud Ring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Reality Check: Why Hybrid?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EF2E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5309"/>
                </a:solidFill>
              </a:defRPr>
            </a:pPr>
            <a:r>
              <a:t>Quantum computers today are NOT ready to replace classical systems.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They're powerful for specific problems but too slow and error-prone for real-time transaction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11247120" cy="118872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55024"/>
                </a:solidFill>
              </a:defRPr>
            </a:pPr>
            <a:r>
              <a:t>Solution: Hybrid Approach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Classical systems handle real-time processing. Quantum handles background optimization.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530352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530352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Classical Handles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Simple pattern matching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Rule-based scoring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Small neural networks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Real-time decisions (&lt; 100ms)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SQL queries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Basic ML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297680"/>
            <a:ext cx="539496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4297680"/>
            <a:ext cx="53949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Quantum Handles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0916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Complex optimization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High-dimensional sampling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Combinatorial problems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Rare event simulation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Graph analysis (fraud rings)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</a:defRPr>
            </a:pPr>
            <a:r>
              <a:t>  Weight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Hybrid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Quantum runs asynchronously in the background. Results are cached. Real-time transactions hit the cache with zero added latency!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5176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Tier 1: Real-Time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</a:defRPr>
            </a:pPr>
            <a:r>
              <a:t>&lt; 50ms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50 fast rules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Blocklist check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Amount threshold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Instant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108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11680"/>
            <a:ext cx="265176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26517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057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Tier 2: ML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&lt; 100ms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200 ML features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XGBoost scoring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Behavioral baseline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Device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108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265176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65176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Tier 3: Quantum (Async)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100-500ms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Weight optimization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Rare events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Graph analysis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Pre-computed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108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011680"/>
            <a:ext cx="265176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011680"/>
            <a:ext cx="265176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057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514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Cached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8346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Combined score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More accurate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Fewer misses</a:t>
            </a:r>
          </a:p>
          <a:p>
            <a:pPr>
              <a:defRPr sz="1000">
                <a:solidFill>
                  <a:srgbClr val="404040"/>
                </a:solidFill>
              </a:defRPr>
            </a:pPr>
            <a:r>
              <a:t>Fewer false alarms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47120" cy="731520"/>
          </a:xfrm>
          <a:prstGeom prst="roundRect">
            <a:avLst/>
          </a:prstGeom>
          <a:solidFill>
            <a:srgbClr val="D9E2F3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Key Insight: Tier 3 (Quantum) runs in background. Production latency is NEVER affected by quantum computation.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 Case 1: Weight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Finding optimal weights for 100+ parameters is a combinatorial nightmare. Quantum helps!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377440"/>
          </a:xfrm>
          <a:prstGeom prst="roundRect">
            <a:avLst/>
          </a:prstGeom>
          <a:solidFill>
            <a:srgbClr val="F0F4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8000"/>
                </a:solidFill>
              </a:defRPr>
            </a:pPr>
            <a:r>
              <a:t>Classical Gradient Descent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Training Time:  4-8 hours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Problem:        Can get stuck in local minima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Convergence:    Slow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Accuracy:       94.3%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94960" cy="2377440"/>
          </a:xfrm>
          <a:prstGeom prst="roundRect">
            <a:avLst/>
          </a:prstGeom>
          <a:solidFill>
            <a:srgbClr val="F0F4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0C0"/>
                </a:solidFill>
              </a:defRPr>
            </a:pPr>
            <a:r>
              <a:t>Hybrid QAOA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Quantum Sampling:    3 minutes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Advantage:          Explores multiple states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Convergence:        Fast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Accuracy:           95.1% (+0.8%)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11247120" cy="109728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55024"/>
                </a:solidFill>
              </a:defRPr>
            </a:pPr>
            <a:r>
              <a:t>Result: 17x faster, +0.8% accuracy improvement!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Quantum doesn't replace classical ML - it provides better initialization for classical optimization.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 Case 2: Rare Event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/>
          </a:prstGeom>
          <a:solidFill>
            <a:srgbClr val="FEF2E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45309"/>
                </a:solidFill>
              </a:defRPr>
            </a:pPr>
            <a:r>
              <a:t>Problem: Fraud events are rare (0.1% of transactions). Classical Monte Carlo needs billions of samples.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303520" cy="1645920"/>
          </a:xfrm>
          <a:prstGeom prst="roundRect">
            <a:avLst/>
          </a:prstGeom>
          <a:solidFill>
            <a:srgbClr val="F0F4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8000"/>
                </a:solidFill>
              </a:defRPr>
            </a:pPr>
            <a:r>
              <a:t>Classical Monte Carlo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Samples needed:  O(1/epsilon)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For epsilon = 1% error: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  -&gt; 10,000 samples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5394960" cy="1645920"/>
          </a:xfrm>
          <a:prstGeom prst="roundRect">
            <a:avLst/>
          </a:prstGeom>
          <a:solidFill>
            <a:srgbClr val="F0F4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0C0"/>
                </a:solidFill>
              </a:defRPr>
            </a:pPr>
            <a:r>
              <a:t>Quantum Amplitude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Operations needed:  O(1/epsilon)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For epsilon = 1% error:</a:t>
            </a:r>
          </a:p>
          <a:p>
            <a:pPr>
              <a:defRPr sz="1100">
                <a:solidFill>
                  <a:srgbClr val="404040"/>
                </a:solidFill>
                <a:latin typeface="Consolas"/>
              </a:defRPr>
            </a:pPr>
            <a:r>
              <a:t>  -&gt; 100 quantum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80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11247120" cy="137160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5024"/>
                </a:solidFill>
              </a:defRPr>
            </a:pPr>
            <a:r>
              <a:t>Speedup: 100x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Quantum Amplitude Estimation (QAE) provides quadratic speedup for rare event probability estimation.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This is ideal for synthetic minority oversampling (SMOTE) and detecting subtle fraud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 Case 3: Fraud Ring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Finding connected fraud rings is NP-hard. Classical graph traversal is slow. Quantum graph states explore multiple paths simultaneously!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Rings Found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Classical (Apache Spark)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47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2,341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55024"/>
                          </a:solidFill>
                        </a:defRPr>
                      </a:pPr>
                      <a:r>
                        <a:t>Quantum-Assisted Hybrid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55024"/>
                          </a:solidFill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55024"/>
                          </a:solidFill>
                        </a:defRPr>
                      </a:pPr>
                      <a:r>
                        <a:t>15,189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5502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657600"/>
            <a:ext cx="1124712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55024"/>
                </a:solidFill>
              </a:defRPr>
            </a:pPr>
            <a:r>
              <a:t>Result: 15x faster, 18% more fraud rings detected!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04040"/>
                </a:solidFill>
              </a:defRPr>
            </a:pPr>
            <a:r>
              <a:t>Technical Approach: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  Max-Cut formulation for fraud ring partitioning using QAOA on quantum graph states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  Integration with NetworkX (classical) + Qiskit (quantum) for hybrid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Classical for Real-Time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Rule-based scoring, simple patterns, ML inference in &lt; 100ms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Quantum for Background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Weight optimization, rare events, graph analysis - runs async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Zero Latency Impact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Quantum results are cached. Production systems never wait for quantum.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QAOA for Optimization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17x faster weight training, escapes local minima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QAE for Rare Events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100x speedup for rare fraud pattern detection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48640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321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Quantum Graph Analysis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15x faster fraud ring detection, 18% more rings found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Hybrid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C7D2FE"/>
                </a:solidFill>
              </a:defRPr>
            </a:pPr>
            <a:r>
              <a:t>Classical + Quantum = Better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27432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70C0"/>
                </a:solidFill>
              </a:defRPr>
            </a:pPr>
            <a:r>
              <a:t>5-Tier Hybrid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657600"/>
            <a:ext cx="27432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9319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8000"/>
                </a:solidFill>
              </a:defRPr>
            </a:pPr>
            <a:r>
              <a:t>15-100x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663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t>Speedup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657600"/>
            <a:ext cx="27432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9319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</a:defRPr>
            </a:pPr>
            <a:r>
              <a:t>+0.8% to +5%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663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t>Accuracy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i="1">
                <a:solidFill>
                  <a:srgbClr val="404040"/>
                </a:solidFill>
              </a:defRPr>
            </a:pPr>
            <a:r>
              <a:t>Quantum doesn't replace classical computing. It enhances specific hard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