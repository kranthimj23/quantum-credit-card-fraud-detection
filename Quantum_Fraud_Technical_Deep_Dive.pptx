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Hybrid Quantum-Classical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5760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1: Real-Time Rules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50 deterministic rules for instant decisions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Latency: &lt; 50ms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Pattern matching &amp; blacklist checks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Auto-block high-confidence fraud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Rules stored in Redis for sub-ms access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Example: Velocity limits, geo-anomalies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Updates via API without system restart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65760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6576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173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2: ML Scoring (XGBoost)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200 engineered features per transaction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Latency: &lt; 100ms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Real-time feature computation pipeline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Features: RFM, device fingerprint,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  network graph metrics, behavioral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Online learning with drift detection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Probability score: 0-1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657600" cy="22860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4173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3-5: Quantum Enhancement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8288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Quantum Approximate Optimization (QAOA)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Variational Quantum Eigensolver (VQE)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Quantum Monte Carlo for rare events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Graph analysis via quantum circuits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Hybrid jobs via AWS Braket / IBM Q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Results cached for production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31920"/>
            <a:ext cx="11430000" cy="2286000"/>
          </a:xfrm>
          <a:prstGeom prst="round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TRANSACTION FLOW:</a:t>
            </a:r>
          </a:p>
          <a:p>
            <a:pPr>
              <a:defRPr sz="1300">
                <a:solidFill>
                  <a:srgbClr val="003366"/>
                </a:solidFill>
              </a:defRPr>
            </a:pPr>
            <a:r>
              <a:t>  Transaction → [TIER 1: Rules] ──ALLOW/BLOCK──→ Immediate Decision</a:t>
            </a:r>
          </a:p>
          <a:p>
            <a:pPr>
              <a:defRPr sz="1300">
                <a:solidFill>
                  <a:srgbClr val="003366"/>
                </a:solidFill>
              </a:defRPr>
            </a:pPr>
            <a:r>
              <a:t>              └───ESCALATE──→ [TIER 2: XGBoost ML] ──Score &lt; threshold──→ Manual Review</a:t>
            </a:r>
          </a:p>
          <a:p>
            <a:pPr>
              <a:defRPr sz="1300">
                <a:solidFill>
                  <a:srgbClr val="003366"/>
                </a:solidFill>
              </a:defRPr>
            </a:pPr>
            <a:r>
              <a:t>                                          └───Score &gt; threshold──→ [TIER 3-5: Quantum Batch] ──Optimized Weights→</a:t>
            </a:r>
          </a:p>
          <a:p>
            <a:pPr>
              <a:defRPr sz="1300">
                <a:solidFill>
                  <a:srgbClr val="003366"/>
                </a:solidFill>
              </a:defRPr>
            </a:pPr>
          </a:p>
          <a:p>
            <a:pPr>
              <a:defRPr sz="1300">
                <a:solidFill>
                  <a:srgbClr val="003366"/>
                </a:solidFill>
              </a:defRPr>
            </a:pPr>
            <a:r>
              <a:t>KEY: Quantum layer runs asynchronously in background. ML model weights are updated nightly via quantum optimization.</a:t>
            </a:r>
          </a:p>
          <a:p>
            <a:pPr>
              <a:defRPr sz="1300">
                <a:solidFill>
                  <a:srgbClr val="003366"/>
                </a:solidFill>
              </a:defRPr>
            </a:pPr>
            <a:r>
              <a:t>     Production latency is NEVER affected by quantum computation.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66928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Quantum Weight Optimization (QAOA)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Problem: Optimizing 200+ feature weights for fraud detection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Classical: Gradient descent, 4+ hours per full training cycle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Quantum: QAOA on 127-qubit IBM Quantum processor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Hybrid classical-quantum variational ansatz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Result: Optimal weights in ~15 minutes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20% improvement in fraud vs false-positive tradeoff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Batch job: Runs nightly during low-traffic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023360"/>
            <a:ext cx="566928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4023360"/>
            <a:ext cx="566928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Quantum Monte Carlo (Rare Event Simulation)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Problem: Detecting rare fraud patterns (&lt; 0.1% of transactions)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Classical: Requires billions of samples (computationally expensive)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Quantum: Amplitude estimation for rare event probability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QAE (Quantum Amplitude Estimation) algorithm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Detects subtle fraud rings &amp; coordinated attacks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2% additional fraud detection accuracy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Ideal for synthetic minority oversampling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66928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66928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Quantum Graph Analysis (Fraud Rings)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Problem: Detecting fraud rings (graph of connected accounts)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Classical: Graph traversal is exponential in worst case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Quantum: QAOA for minimum cut / community detection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Max-Cut formulation for fraud ring partitioning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15x speedup on large graphs (10K+ nodes)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5% additional accuracy on organized fraud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Integration: NetworkX + Qiskit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669280" cy="256032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566928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069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Feature Engineering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48056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Real-time features (&lt; 100ms):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  - Transaction amount, frequency, time delta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  - Device ID, IP geolocation, proxy detection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  - Account age, transaction history stats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Batch features (nightly):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  - 30/60/90-day rolling statistics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  - Network graph centrality metrics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  - Peer group behavioral profiles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Feature store: Redis + Apache Kafka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Integration &amp; Technical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6576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Apache Kafka: Real-time transaction stream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Debezium CDC for database changes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Apache Flink for stream processing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Rate: 10,000+ 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6576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6576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25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ML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7373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MLflow for experiment tracking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Seldon for model serving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XGBoost + LightGBM models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A/B testing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6576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6576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25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Quantum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7373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AWS Braket (Rigetti, IonQ)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IBM Quantum (127-qubit systems)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Azure Quantum (Quantinuum)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Qiskit + PennyLane SDKs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91840"/>
            <a:ext cx="36576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36576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Classical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490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Kubernetes on AWS EKS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Auto-scaling: 4-32 nodes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Redis cluster for caching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PostgreSQL + TimescaleDB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291840"/>
            <a:ext cx="36576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3291840"/>
            <a:ext cx="36576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3375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7490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REST + gRPC endpoints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&lt; 50ms p99 latency SLA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Circuit breakers (Hystrix)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Rate limiting &amp; auth (OAuth2)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291840"/>
            <a:ext cx="36576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291840"/>
            <a:ext cx="365760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3375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7490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Prometheus + Grafana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Fraud model drift alerts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Quantum job success rates</a:t>
            </a:r>
          </a:p>
          <a:p>
            <a:pPr>
              <a:spcAft>
                <a:spcPts val="400"/>
              </a:spcAft>
              <a:defRPr sz="1200">
                <a:solidFill>
                  <a:srgbClr val="404040"/>
                </a:solidFill>
              </a:defRPr>
            </a:pPr>
            <a:r>
              <a:t>• Business KPIs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303520"/>
            <a:ext cx="11430000" cy="1280160"/>
          </a:xfrm>
          <a:prstGeom prst="round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KEY DIFFERENTIATORS:  Zero production latency impact (quantum runs async)  |  Hybrid classical-quantum (not all-or-nothing)  |  Multi-provider redundancy  |  Continuous model improvement via quantum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